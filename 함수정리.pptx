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2" r:id="rId3"/>
    <p:sldId id="264" r:id="rId4"/>
    <p:sldId id="278" r:id="rId5"/>
    <p:sldId id="266" r:id="rId6"/>
    <p:sldId id="277" r:id="rId7"/>
    <p:sldId id="267" r:id="rId8"/>
    <p:sldId id="268" r:id="rId9"/>
    <p:sldId id="269" r:id="rId10"/>
    <p:sldId id="270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4" r:id="rId37"/>
    <p:sldId id="256" r:id="rId38"/>
    <p:sldId id="260" r:id="rId39"/>
    <p:sldId id="257" r:id="rId40"/>
    <p:sldId id="263" r:id="rId41"/>
    <p:sldId id="261" r:id="rId42"/>
    <p:sldId id="258" r:id="rId43"/>
    <p:sldId id="259" r:id="rId44"/>
    <p:sldId id="292" r:id="rId45"/>
    <p:sldId id="293" r:id="rId46"/>
    <p:sldId id="290" r:id="rId47"/>
    <p:sldId id="294" r:id="rId48"/>
    <p:sldId id="295" r:id="rId49"/>
    <p:sldId id="296" r:id="rId50"/>
    <p:sldId id="289" r:id="rId51"/>
    <p:sldId id="315" r:id="rId52"/>
    <p:sldId id="316" r:id="rId53"/>
    <p:sldId id="317" r:id="rId54"/>
    <p:sldId id="318" r:id="rId55"/>
    <p:sldId id="319" r:id="rId5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2:10:25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B453C-9451-5639-E48E-66E44A20A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CB8BF2-75D7-93EA-0945-CF1A77FB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7F18FC-1B46-7517-B19D-3368A887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D344D-CC24-2780-86FE-131C7CF0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5F21E-CB96-83CA-00B9-A97D2979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49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187BC-D190-1BE1-54A3-B78DDFEF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73B1D-4C1E-7995-4CC1-080ECFCF6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A19586-C743-610D-F8EE-91A7881D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8D8EA4-4537-74B5-8E4F-B6986747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C56E49-4C83-EB60-B012-0E4CB53B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33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E4D7D-7702-8593-C064-C6DA9EB5B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74E07C-627B-AB7B-D0BF-1903B09EB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0F52F-7D4B-AE0D-D065-028CBA9EF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ABEF38-8ED3-F738-051A-7F752624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15CE90-C6A9-DECD-209D-C22BC309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77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FFA21-ACB0-4B27-17E2-23D286FE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8B6AC3-0333-6C0F-94EF-25B91D63B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DCC05F-3884-14E0-5CF7-9D3257290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99814-32DE-8FBA-C62E-052D1182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9CB85C-E02D-CE39-F4B2-5129D1A8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B011A8-B6D1-FF2D-C7C0-E5B24A3A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480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FC2E1-586B-0524-9139-62BEA73C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806280-E8AB-D2C7-EB88-ADA3BFF6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772833-279F-893C-F80D-075112216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AFE9B5-E1D8-A57A-C254-B140075B9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A10A32-0BE5-6770-E008-462700DAC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9F2716-D861-0CD1-58C3-BE43D56B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43032C-A0DF-E78A-8726-1F6412D9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FF8461-7F80-3E8C-84A8-607E82FB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981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86BBE-F897-90BF-878B-DDA45F53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60D504-95CA-5506-2FF9-113244F65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98256F-6DC4-9A89-4345-DF6F18E31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8B65B5-5F04-D23A-7ED0-956569A0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908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28122C-3147-7F29-86EA-A03733A7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D2B6B7-8F01-0DD6-181B-1CC01112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E881A-E659-3152-D2E2-E56564AA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50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E9947-6BEC-6D76-4AC4-06683B4B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AE16CB-2CFB-2235-93AC-5ACD8B32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7DE98B-89A7-71BE-B12E-FFDB4B46A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7A47B2-3FE3-70E9-CFF4-DBD8DEAD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69BBC5-A761-4781-4349-912A2041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0A1632-24F5-B8EB-62C6-27307FD9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21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B4BD8-CA4A-D4F7-FAA8-9299A659C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D34AC2-ECA9-C4EA-A3E2-CE0E71906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FB050B-F1E4-C4FC-F00F-0C55F39F3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E987C8-6BBA-9389-E921-42B02E99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CCB376-CEA8-B08E-84FD-4591B990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0BB1F-DA46-D01F-5539-72EFEA76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53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C6C55-3CF3-01B4-2863-1BC51EF1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42B7E4-3335-D3B7-C3DA-76D0580C6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EEB544-61A5-7306-1E1B-15EF9485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59957-0800-9C8A-2D6C-CD316F09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B4313B-FFE5-5B8D-912F-E742B508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430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52E1ED4-04D0-FD77-3993-48C5130DB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232A8B-170A-6F97-93B7-EC69DF378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88F96F-A3B7-A1D4-743B-DF5CF066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04F26F-AB58-2455-FA50-96D7368B9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BB8550-2991-D4D9-FFD2-2A6FFDF2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2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AD970C9-8C91-610D-6DF5-5A183FC6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8B5BE3-3C3C-33A3-9018-54F55D1C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C15050-76DB-2BE6-DD0C-BF72CCB5F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60AA-3801-45AD-AD9D-ABE64BFA33CD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C75499-E42E-B9D9-388E-797FC47F7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B4026F-AF0A-F3D8-EDD2-247B252A3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5340D-4729-4A2C-BEFF-86E50C5A0A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95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BE59E70-300C-43D6-AC98-6CFC8EBEF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63" y="985496"/>
            <a:ext cx="7335274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9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5BE6C2-6C77-5673-5AE8-EE21A4D96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828675"/>
            <a:ext cx="63055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CE2BAB-AAAF-CECF-B4C8-256C5DB71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4" y="933060"/>
            <a:ext cx="6410325" cy="53816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2CD244C-428B-46AE-AA6F-AA946E400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74" y="171432"/>
            <a:ext cx="49936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 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문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자열 안에 변수/표현식을 넣기 위한 표시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f </a:t>
            </a:r>
            <a:r>
              <a:rPr lang="ko-KR" altLang="en-US" dirty="0">
                <a:latin typeface="Arial" panose="020B0604020202020204" pitchFamily="34" charset="0"/>
              </a:rPr>
              <a:t>는 </a:t>
            </a:r>
            <a:r>
              <a:rPr lang="en-US" altLang="ko-KR" dirty="0">
                <a:latin typeface="Arial" panose="020B0604020202020204" pitchFamily="34" charset="0"/>
              </a:rPr>
              <a:t>f-string (formatted string literal)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8B6FFC-DCA3-4115-832C-6B2C8DDF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35" y="933060"/>
            <a:ext cx="3937885" cy="504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9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CF7480B-8839-46B1-ADD0-7460F9C3E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244" y="628936"/>
            <a:ext cx="4056802" cy="52317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C798C5A-3EA7-4E88-A201-58D3A96C4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633" y="628936"/>
            <a:ext cx="3937885" cy="504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02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D163C7-60C3-8F2B-78B0-A1AB5D100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357312"/>
            <a:ext cx="66484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42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678FC8F-D5C7-42DF-95C5-FA92FF7E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72" y="782061"/>
            <a:ext cx="5199602" cy="282867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461BA12-F08E-4704-AC4F-8DA460F00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328" y="829389"/>
            <a:ext cx="4694900" cy="52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7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CC75B0-B20F-AB0E-3D2C-E72B529AD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885825"/>
            <a:ext cx="59245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6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CF9574-12B5-7202-3A76-9B34F9BD2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971550"/>
            <a:ext cx="72771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2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4EF081-5CEC-B399-7813-9A81F511B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852487"/>
            <a:ext cx="6134100" cy="51530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14E345C-44A6-B553-4F19-B95788FF2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61987"/>
            <a:ext cx="608647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3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E0D3FE-4E7D-51B5-8C4E-B6B1F9891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92" y="1118016"/>
            <a:ext cx="5238750" cy="39624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BF04B55-004D-4805-A928-04A51D140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399" y="1118016"/>
            <a:ext cx="6154009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2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EAE5332-AC1B-4155-BAAE-62780BB9B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3" y="1415858"/>
            <a:ext cx="5249008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96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CB61F1E-A755-483E-BB1D-D81BA05DB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989" y="480601"/>
            <a:ext cx="4448796" cy="589679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9433DD6-6D85-43CB-9799-F85716AD6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84" y="1771418"/>
            <a:ext cx="5039428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D93A0AD-D2C5-4C78-9526-3C13659E4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81" y="752378"/>
            <a:ext cx="6449325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0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E279ED2-16A9-4AFC-A617-BDED1F0BD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42" y="1147444"/>
            <a:ext cx="6735115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61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F71CB1-5960-4AD9-B379-25CB6B3B7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678" y="4765437"/>
            <a:ext cx="43236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% 2</a:t>
            </a:r>
            <a:r>
              <a:rPr kumimoji="0" lang="ko-KR" altLang="ko-K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결과가 1이면 홀수, 0이면 짝수 </a:t>
            </a:r>
            <a:endParaRPr kumimoji="0" lang="ko-KR" altLang="ko-K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4A6434-B328-41CA-9ED9-DB5942FDD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550" y="2714525"/>
            <a:ext cx="3400900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76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1096FD-362F-4E59-8E51-07BFD9064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21" y="1404655"/>
            <a:ext cx="722095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26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E30532-44D7-57BA-A06F-F92919274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62" y="1485900"/>
            <a:ext cx="54768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34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7D89C5-C87C-190B-A07B-4D2A2F0C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0" y="833437"/>
            <a:ext cx="60579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07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A57725-B9FC-0B8C-BAA2-D6F7D2981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262" y="1476375"/>
            <a:ext cx="64674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60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2C8BE5-A674-FC7C-93B9-612D2993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20" y="1062037"/>
            <a:ext cx="5248275" cy="47339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81A104-E2C3-837B-A02F-9D6EC376B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62037"/>
            <a:ext cx="51530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83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582293-D0C6-89B3-A2A5-7F64528B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2" y="873579"/>
            <a:ext cx="5295900" cy="4686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78ACE2F-1487-6BD4-6192-3D6E025CC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72" y="873579"/>
            <a:ext cx="59055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62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9CC80C-183B-5889-7D73-7568B466C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4" y="933450"/>
            <a:ext cx="5057775" cy="4991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2C03D28-2BC2-1EF9-F36C-EDC7A2B20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69" y="933450"/>
            <a:ext cx="59150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78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1ACBE7-A3BF-D2CF-612E-1591C18CC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81" y="855209"/>
            <a:ext cx="5514975" cy="48863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669488-5FBC-D1CF-EDB4-2293768E9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855209"/>
            <a:ext cx="65532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41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262401-269B-67EA-0E71-FFAFCED6A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4303"/>
            <a:ext cx="6543675" cy="45243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AC3C5BF-DF0F-3AEE-C53F-3ACE3744E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1662483"/>
            <a:ext cx="58007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54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CA9135-4ABF-95DA-C308-D4BC597F6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7" y="1038534"/>
            <a:ext cx="6496050" cy="45434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7465BE0-3F51-FC3A-284B-BC3BCA1E1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298" y="857558"/>
            <a:ext cx="54006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56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33A67D-CD28-8053-B9F0-920EA4086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2" y="995362"/>
            <a:ext cx="66579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97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F25265-FCCD-FB50-11FD-C8884D6E8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912" y="985837"/>
            <a:ext cx="67341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02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40CFD0-5C00-B654-B216-588FEF8BD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37" y="1257300"/>
            <a:ext cx="595312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43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215B82-E5D9-E682-FBFC-2DEA109DA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525" y="1052512"/>
            <a:ext cx="683895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38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17CFEA-BC68-6CED-4EA9-97849175D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1071562"/>
            <a:ext cx="535305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17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2780BA-2FF8-283A-CD3E-D79FEE641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462" y="857250"/>
            <a:ext cx="47910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01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57D79A-2A7A-9314-04C5-A96F9F80A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7" y="1200150"/>
            <a:ext cx="57626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40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09DDAD-B69A-F68C-463F-7E8E6DF29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37" y="1042987"/>
            <a:ext cx="66389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87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8D1B9D-D875-4740-1434-85C9E9AF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5" y="1504950"/>
            <a:ext cx="70675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19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18221B-08BD-3B24-02CA-6EF8FBC7D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62025"/>
            <a:ext cx="762000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266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235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091A294-A7FA-C11A-3AA7-E84F9D541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123950"/>
            <a:ext cx="74676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07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2B99A1-04D2-7ADF-98FE-CF7216AB4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62" y="990600"/>
            <a:ext cx="70008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25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2752E3-431D-74D0-9B3B-5B6928688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62" y="828675"/>
            <a:ext cx="661987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7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F07927-45B8-4E70-9B39-5562BE7FB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1090612"/>
            <a:ext cx="592455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0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6B9057-EEC8-0B57-BA02-37BF17E3D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5" y="990600"/>
            <a:ext cx="71056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893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2B99F0-A5A1-1AE6-FA56-7AE59E48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1000125"/>
            <a:ext cx="680085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065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F74AC7-B380-84F9-44AA-8D31FDE4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852487"/>
            <a:ext cx="722947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04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C62E7C-9917-0DDB-9570-69CA20B21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87829"/>
            <a:ext cx="6705600" cy="4905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3677AB7-88C6-B8D0-8CCD-BF1E04ED7537}"/>
                  </a:ext>
                </a:extLst>
              </p14:cNvPr>
              <p14:cNvContentPartPr/>
              <p14:nvPr/>
            </p14:nvContentPartPr>
            <p14:xfrm>
              <a:off x="4342937" y="-130989"/>
              <a:ext cx="360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A3677AB7-88C6-B8D0-8CCD-BF1E04ED75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6817" y="-13710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5535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6BDD23F-4BE7-C196-104D-574270AD1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87" y="1395412"/>
            <a:ext cx="69818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66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C2939C-1F27-4F8E-2720-D372733F8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5" y="957262"/>
            <a:ext cx="661035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30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865C47-6779-601C-2246-CCE792867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1176337"/>
            <a:ext cx="72104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024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B2FDA9-0F24-5E15-32DF-890CD603D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787" y="1090612"/>
            <a:ext cx="644842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68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350CD5-0274-9B2A-4AE0-833ECBA7D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1009650"/>
            <a:ext cx="688657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842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4B7908-84FE-FDE6-01AF-ADEA1E5BA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6715"/>
            <a:ext cx="6667500" cy="4343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4DCDF8-F54D-0CD5-BA62-71676F900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25" y="1086715"/>
            <a:ext cx="60769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70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BE2AD0-5E03-1789-C478-1AFA1ACE1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3" y="796018"/>
            <a:ext cx="5819775" cy="4743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177DF0-FAE1-EE89-C10A-AA08AB9EC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574" y="1976747"/>
            <a:ext cx="47720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657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FB21DC-9EFE-5B8E-96B0-823686346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33" y="1104900"/>
            <a:ext cx="741997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186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88BA58-4A18-CF44-1A8D-516D01C85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12" y="128958"/>
            <a:ext cx="6915150" cy="26574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1365C4-693B-219D-9565-46C0BC2A7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88" y="2786433"/>
            <a:ext cx="63150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2352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279A63-F77C-3869-D352-9B6D5B9F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862012"/>
            <a:ext cx="615315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935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10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30</Words>
  <Application>Microsoft Office PowerPoint</Application>
  <PresentationFormat>와이드스크린</PresentationFormat>
  <Paragraphs>3</Paragraphs>
  <Slides>55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59" baseType="lpstr">
      <vt:lpstr>Arial Unicode MS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TJ</dc:creator>
  <cp:lastModifiedBy>TJ</cp:lastModifiedBy>
  <cp:revision>16</cp:revision>
  <dcterms:created xsi:type="dcterms:W3CDTF">2026-03-22T00:59:19Z</dcterms:created>
  <dcterms:modified xsi:type="dcterms:W3CDTF">2026-04-05T05:47:47Z</dcterms:modified>
</cp:coreProperties>
</file>