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62" r:id="rId3"/>
    <p:sldId id="264" r:id="rId4"/>
    <p:sldId id="278" r:id="rId5"/>
    <p:sldId id="266" r:id="rId6"/>
    <p:sldId id="277" r:id="rId7"/>
    <p:sldId id="267" r:id="rId8"/>
    <p:sldId id="268" r:id="rId9"/>
    <p:sldId id="269" r:id="rId10"/>
    <p:sldId id="270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88" r:id="rId20"/>
    <p:sldId id="287" r:id="rId21"/>
    <p:sldId id="297" r:id="rId22"/>
    <p:sldId id="298" r:id="rId23"/>
    <p:sldId id="299" r:id="rId24"/>
    <p:sldId id="300" r:id="rId25"/>
    <p:sldId id="256" r:id="rId26"/>
    <p:sldId id="260" r:id="rId27"/>
    <p:sldId id="257" r:id="rId28"/>
    <p:sldId id="263" r:id="rId29"/>
    <p:sldId id="261" r:id="rId30"/>
    <p:sldId id="258" r:id="rId31"/>
    <p:sldId id="259" r:id="rId32"/>
    <p:sldId id="289" r:id="rId33"/>
    <p:sldId id="291" r:id="rId34"/>
    <p:sldId id="292" r:id="rId35"/>
    <p:sldId id="293" r:id="rId36"/>
    <p:sldId id="290" r:id="rId37"/>
    <p:sldId id="294" r:id="rId38"/>
    <p:sldId id="295" r:id="rId39"/>
    <p:sldId id="296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59" d="100"/>
          <a:sy n="59" d="100"/>
        </p:scale>
        <p:origin x="7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1:01:03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2599 622 24575,'74'-73'0,"4"4"0,105-74 0,-130 108 0,1 3 0,1 1 0,1 4 0,2 2 0,62-19 0,24 5-284,1 6 1,245-22-1,-160 39-571,236 16-1,-275 12 742,-1 7 0,287 68 0,-327-48 121,-2 7 0,-2 6 0,219 111 0,-290-122-108,-1 2-1,-2 4 1,-2 3 0,-2 3 0,79 80 0,-109-93 68,-2 2 1,-2 1-1,-1 2 1,-3 1-1,-2 1 1,-1 2-1,-3 0 1,-2 2-1,21 73 0,-28-60 36,-2 0 0,-4 1-1,-2 0 1,-2 1-1,-4-1 1,-3 1-1,-2-1 1,-20 100-1,-1-53-59,-4-1 0,-6-2-1,-4-1 1,-56 110 0,38-106-31,-4-3 0,-4-3 0,-5-3 0,-5-3 0,-4-3 0,-4-4 0,-4-3 0,-4-4 0,-4-5 0,-3-3 1,-3-5-1,-3-5 0,-4-4 0,-201 87 0,160-95 206,-3-7 1,-2-6-1,-1-8 0,-2-6 1,-2-7-1,1-6 1,-2-8-1,0-7 0,-262-32 1,398 28-61,-139-24 499,148 23-459,0 0 0,0-2 0,0 1 0,1-2 0,0 0 0,0 0 0,1-2 0,-15-10 0,24 15 26,-1 0 0,1-1-1,0 1 1,0-1 0,0 0 0,1 0 0,-1 0 0,1-1 0,0 1 0,-3-11 0,5 13-85,0 1 1,1-1 0,-1 1-1,1-1 1,-1 0 0,1 1-1,0-1 1,0 1 0,1-1-1,-1 1 1,0-1 0,1 0-1,0 1 1,-1 0 0,1-1-1,0 1 1,0-1 0,0 1-1,1 0 1,-1 0 0,0-1-1,1 1 1,0 0 0,-1 0-1,1 1 1,0-1 0,0 0-1,3-1 1,4-2-28,0 0 1,1 1-1,-1 1 0,1-1 1,0 2-1,0-1 0,0 1 1,1 1-1,-1 0 0,0 0 1,1 1-1,-1 1 0,0 0 1,0 0-1,14 3 0,16 4-12,0 2 0,-1 2 0,0 1 0,-1 1 0,57 32 0,-8 5 0,95 72 0,-53-23-356,-5 6 0,-4 5 0,111 135 0,282 410-1874,-28 97 1818,-359-523 369,136 344 0,-227-481-198,43 173 0,-71-229 233,-1 0-1,-2 1 1,-1-1-1,-2 1 1,-2 0-1,-1 0 1,-12 60-1,10-80 28,-1 0 0,0 0 0,-2-1-1,0 1 1,-1-2 0,-1 1 0,0-1 0,-1 0-1,-1-1 1,-1 0 0,-15 15 0,9-13 43,-1 0 0,-1-2 0,-1 0 0,0-2 0,0 0 0,-1-1 0,-35 13 0,9-8 104,0-2-1,-97 16 0,-95-4 61,-148-11-411,0-18-1,-518-67 1,-752-200-371,698 71 380,12-57-801,820 214-1691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2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2580 94 24575,'65'-14'0,"126"-8"0,-100 15 0,822-42 0,0 48 0,-793 2 0,-86-1 0,-44 0 0,-61 1 0,-214-3 0,-263 4 0,5 35 0,354-6 0,162-25 0,1 2 0,0 0 0,1 2 0,-45 25 0,59-28 0,1 0 0,0 1 0,0 0 0,1 0 0,0 1 0,1 0 0,0 1 0,0 0 0,1 0 0,0 1 0,1 0 0,-6 15 0,-4 13 0,2 2 0,-11 52 0,19-71 0,-45 203 0,10 2 0,10 1 0,-3 305 0,36 33 0,1-393 0,-3-149 0,-1-13 0,1 1 0,0-1 0,1 0 0,5 22 0,-5-30 0,0 1 0,1-1 0,-1 0 0,1 0 0,0 1 0,-1-1 0,1 0 0,1 0 0,-1-1 0,0 1 0,1 0 0,0-1 0,-1 0 0,1 1 0,0-1 0,0 0 0,0 0 0,1-1 0,5 3 0,15 4 0,1-2 0,0-1 0,0-1 0,0-1 0,0-1 0,27-2 0,3 2 0,235 13-627,-1 13-1,482 109 1,132 142-540,-638-175 852,330 181 1,-205-46 201,-304-177 30,-3 4 0,100 103 0,-137-120 33,-2 2 0,-2 1 0,-3 3 1,56 102-1,-72-110 34,-1 2 0,-3 0-1,-2 1 1,-3 1 0,-1 0 0,10 94 0,-19-69 19,-3-1 0,-4 1 0,-2-1 0,-4 0 0,-4 0 0,-2-1 1,-4-1-1,-3 0 0,-48 107 0,21-75-227,-5-3 1,-4-2-1,-4-3 0,-5-2 1,-125 136-1,110-146 179,-3-4-1,-4-4 1,-3-4 0,-4-4-1,-182 101 1,154-108 17,-3-6 0,-2-5 0,-2-6 0,-223 46 1,124-51-216,-327 15 1,-240-58-19,560-12 279,1-11 1,0-9-1,3-11 0,-249-84 1,336 79 9,3-7 1,-227-126-1,266 121-7,2-5 1,4-3-1,-172-164 0,184 144-16,5-3 0,3-3 0,5-4 0,4-2 0,5-4 0,-64-145 0,72 119 44,5-2 0,7-2 0,5-3 0,7-1 0,-16-156 0,39 210 317,3-132 0,12 127-3010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3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0 789 24575,'199'-106'0,"90"-44"0,-32 35-638,301-90-1,-343 142 607,426-67-1,-474 113 260,-153 16-217,-1 0 0,0 1 1,0 0-1,0 2 0,0-1 0,14 4 0,-22-3-11,-1 0 1,0 0-1,0 0 0,0 0 1,0 0-1,0 1 0,0 0 1,-1 0-1,1 0 0,-1 0 1,0 0-1,0 1 0,0-1 1,0 1-1,0 0 0,-1 0 1,0 0-1,0 0 0,0 0 1,2 9-1,1 8 1,-1-1 0,0 1 0,-2 0 0,-1 0 0,-2 39 0,-24 206 0,-170 1033-1634,148-1005 1472,-16 75 143,-43 319-51,101-636-5178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3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1 450 24575,'61'-15'0,"83"-21"0,86-19 0,66-9 0,36 0-2304,-7 2 2304,-36 5 0,-44 3 0,-64 12-5887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4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1 506 24575,'134'-40'0,"202"-31"0,-221 50 0,514-106-280,206-38-148,-797 158 428,-11 1 0,0 1 0,1 1 0,-1 2 0,50 2 0,-75 0 0,0 0 0,1 0 0,-1 0 0,0 1 0,1 0 0,-1-1 0,0 1 0,0 0 0,1 0 0,-1 0 0,0 0 0,0 0 0,0 1 0,0-1 0,-1 1 0,1-1 0,0 1 0,0-1 0,-1 1 0,2 2 0,-2 0 0,1-1 0,-1 0 0,-1 0 0,1 1 0,0-1 0,-1 0 0,0 1 0,0-1 0,0 1 0,0-1 0,0 0 0,-1 1 0,-1 4 0,-9 33 65,-2-1 0,-1 0 1,-3-2-1,-1 0 0,-23 37 0,-8 18 134,-122 277-70,136-281-133,4 2 1,-24 117-1,51-188 4,-1-1 0,2 0 0,0 0 0,0 21 0,3-36 0,0-1 0,0 1 0,0 0 0,1 0 0,-1 0 0,1 0 0,0 0 0,0-1 0,0 1 0,1 0 0,-1-1 0,1 1 0,0-1 0,0 1 0,0-1 0,0 0 0,1 0 0,-1 0 0,1 0 0,0-1 0,4 4 0,-2-3 0,0 0 0,1-1 0,-1 0 0,1 0 0,-1 0 0,1 0 0,0-1 0,0 0 0,0 0 0,11-1 0,1 0 0,0-2 0,32-5 0,13-8 0,0-3 0,-2-3 0,0-2 0,60-33 0,224-140 0,89-98 0,-363 238 0,-2-4 0,-3-3 0,100-122 0,-150 164-91,0-1 0,-1-1 0,-1 0 0,-2-1 0,0-1 0,-2 0 0,0 0 0,-2-1 0,0 0 0,-2-1 0,-1 1 0,-2-1 0,0 0 0,-2-52 0,-6 31-6735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5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0 495 24575,'31'-8'0,"41"-2"0,62-8 0,63-16 0,59-9 0,47-6 0,42-2-1660,17-7 1660,-23-3 0,-38 3 0,-55 10 0,-61 14 402,-63 12-7335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6.5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1436 4 24575,'38'-2'0,"-19"1"0,0 0 0,0 2 0,30 3 0,-45-3 0,-1-1 0,1 1 0,0 0 0,0 0 0,-1 1 0,1-1 0,-1 1 0,1 0 0,-1 0 0,1 0 0,-1 0 0,0 0 0,0 1 0,0-1 0,-1 1 0,1 0 0,0 0 0,-1 0 0,0 0 0,0 1 0,0-1 0,3 8 0,-2-1 0,-1 1 0,0-1 0,0 1 0,-1 0 0,-1 0 0,0-1 0,0 1 0,-1 0 0,-3 16 0,-31 107 0,34-131 0,-42 123-63,-72 150-1,-87 117-903,45-114 912,-12-8 0,-13-7 1,-414 461-1,548-675 55,22-24 0,-43 54 0,68-79-1,-1 1 1,1-1-1,0 0 1,0 1-1,0-1 1,0 0-1,0 1 1,0-1-1,1 1 1,-1 0-1,0-1 1,1 1-1,-1 0 1,1-1-1,0 1 1,-1 0-1,1 0 1,0-1-1,0 1 1,0 0-1,0-1 1,0 1-1,1 0 1,-1 0-1,0-1 0,1 1 1,0 0-1,0 2 1,2-2 16,0 0-1,0 0 1,0-1-1,-1 1 1,2-1-1,-1 1 1,0-1 0,0 0-1,0 0 1,0-1-1,1 1 1,-1-1 0,0 1-1,7-1 1,131 1 496,270-34 0,-365 28-442,216-29-247,274-73 0,-363 61 59,-1-8 0,249-115 0,-355 137 118,-1-2 0,-1-4 0,-2-2 0,-2-3 0,75-70 0,-107 86 0,-1-1 0,-1-2 0,-2-1 0,-1-1 0,-1 0 0,-2-2 0,-2 0 0,0-2 0,-3 0 0,-1 0 0,16-68 0,-18 33 142,-4 0-1,-3-1 1,-2 0 0,-12-114-1,2 148-141,1 84 0,23 1194-964,60-545 964,-73-674 0,14 69 0,-16-83 0,0 1 0,0-1 0,1 0 0,1 0 0,-1 0 0,1 0 0,0-1 0,6 9 0,-9-14 0,1 0 0,-1 1 0,0-1 0,1 0 0,-1 0 0,1 0 0,-1 0 0,1 0 0,0 0 0,-1 0 0,1-1 0,0 1 0,0 0 0,-1-1 0,1 0 0,0 1 0,0-1 0,0 0 0,0 0 0,-1 0 0,1 0 0,0 0 0,0 0 0,0-1 0,0 1 0,-1 0 0,1-1 0,0 0 0,0 1 0,2-2 0,4-3 0,0 0 0,0-1 0,-1 1 0,14-14 0,11-13 118,-2-1 0,-1-2 0,36-55 0,64-129 374,-126 213-492,150-290-249,171-469-1,29-338-249,-285 872 499,-57 196 0,27-62 0,-37 96 0,0-1 0,0 1 0,0-1 0,0 1 0,0-1 0,0 1 0,0-1 0,0 1 0,0 0 0,1 0 0,-1-1 0,0 1 0,3-1 0,-3 2 0,-1 0 0,1 0 0,-1 0 0,1 0 0,-1 0 0,1 0 0,-1 0 0,1 0 0,0 1 0,-1-1 0,1 0 0,-1 0 0,0 1 0,1-1 0,-1 0 0,1 0 0,-1 1 0,1-1 0,-1 0 0,1 1 0,-1-1 0,0 1 0,1-1 0,-1 1 0,0-1 0,0 1 0,1-1 0,-1 1 0,0-1 0,0 1 0,0-1 0,1 2 0,3 14 0,0 0 0,-1 1 0,0-1 0,0 26 0,6 741-502,-11-251 226,8-114-794,-9-290-4275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7.3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0 248 24575,'8'0'0,"18"0"0,27 0 0,21 0 0,20-7 0,3-3 0,7-8 0,2 0 0,5-5 0,-7-6 0,-15 1 0,-7-2 0,-9-3 0,-9 4 0,-16 7-8191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8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488 0 24575,'-8'54'0,"-17"87"0,-29 81 0,-12 66 0,-2 36-2190,9 11 2190,0-30 0,3-43 0,10-58 703,13-87-703,20-87 361,12-87-361,14-64 0,13-50 0,9-43 0,15-31 0,13-20 0,-3 35-7065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8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1817 1 24575,'177'276'21,"34"50"-432,265 295-1641,-319-442 2164,229 201 0,-254-263 388,-124-110-475,1 1 0,0 0 0,-1 1 0,0 0 0,0 0 0,9 16 0,-16-23-16,0 1 0,0-1 0,0 0-1,0 1 1,0-1 0,-1 1 0,1-1-1,-1 1 1,0 0 0,1-1 0,-1 1-1,-1-1 1,1 1 0,0 0 0,0-1-1,-1 1 1,0-1 0,1 1 0,-1-1-1,0 1 1,0-1 0,0 0 0,-1 1-1,1-1 1,0 0 0,-1 0 0,0 0 0,1 0-1,-1 0 1,-2 2 0,-8 5 0,0 0 0,-1 0 0,0-1 1,0-1-1,0 0 0,-22 7 0,-117 38-108,-162 33-1,289-78 48,-2570 515-2098,2442-498 2150,94-19-16,59-5 16,0 0 1,1 0 0,-1 0-1,0 0 1,0 0 0,0 0 0,0-1-1,0 1 1,0 0 0,0 0-1,0 0 1,1 0 0,-1 0-1,0 0 1,0 0 0,0 0-1,0 0 1,0-1 0,0 1-1,0 0 1,0 0 0,0 0-1,0 0 1,0 0 0,0 0-1,0-1 1,0 1 0,0 0-1,0 0 1,0 0 0,0 0-1,0 0 1,0 0 0,0-1-1,0 1 1,0 0 0,0 0 0,0 0-1,0 0 1,0 0 0,0 0-1,0 0 1,0-1 0,0 1-1,0 0 1,0 0 0,-1 0-1,1 0 1,0 0 0,0 0-1,0 0 1,0 0 0,0 0-1,0 0 1,0 0 0,-1-1-1,1 1 1,0 0 0,33-13 214,72-20 230,2 5 0,145-19 1,242-6 257,679 0-1635,0 55-246,-959 0 1292,102 2-981,-232-3-3131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10:25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B453C-9451-5639-E48E-66E44A20A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B8BF2-75D7-93EA-0945-CF1A77FBB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7F18FC-1B46-7517-B19D-3368A887F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FD344D-CC24-2780-86FE-131C7CF05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55F21E-CB96-83CA-00B9-A97D29794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497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187BC-D190-1BE1-54A3-B78DDFEF1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73B1D-4C1E-7995-4CC1-080ECFCF6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A19586-C743-610D-F8EE-91A7881D3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8D8EA4-4537-74B5-8E4F-B6986747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C56E49-4C83-EB60-B012-0E4CB53B3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4333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AE4D7D-7702-8593-C064-C6DA9EB5B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74E07C-627B-AB7B-D0BF-1903B09EB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0F52F-7D4B-AE0D-D065-028CBA9EF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ABEF38-8ED3-F738-051A-7F752624B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15CE90-C6A9-DECD-209D-C22BC309A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774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5FFA21-ACB0-4B27-17E2-23D286FE3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8B6AC3-0333-6C0F-94EF-25B91D63B1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FDCC05F-3884-14E0-5CF7-9D3257290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99814-32DE-8FBA-C62E-052D11827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9CB85C-E02D-CE39-F4B2-5129D1A8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B011A8-B6D1-FF2D-C7C0-E5B24A3A4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8480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5FC2E1-586B-0524-9139-62BEA73C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806280-E8AB-D2C7-EB88-ADA3BFF6A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C772833-279F-893C-F80D-075112216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7AFE9B5-E1D8-A57A-C254-B140075B90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0A10A32-0BE5-6770-E008-462700DAC1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9F2716-D861-0CD1-58C3-BE43D56B2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A43032C-A0DF-E78A-8726-1F6412D97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6FF8461-7F80-3E8C-84A8-607E82FB8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7981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486BBE-F897-90BF-878B-DDA45F53C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60D504-95CA-5506-2FF9-113244F65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98256F-6DC4-9A89-4345-DF6F18E31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8B65B5-5F04-D23A-7ED0-956569A0F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908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D28122C-3147-7F29-86EA-A03733A73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ED2B6B7-8F01-0DD6-181B-1CC011122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3E881A-E659-3152-D2E2-E56564AAF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150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3E9947-6BEC-6D76-4AC4-06683B4B7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AE16CB-2CFB-2235-93AC-5ACD8B32C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D7DE98B-89A7-71BE-B12E-FFDB4B46A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7A47B2-3FE3-70E9-CFF4-DBD8DEAD7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69BBC5-A761-4781-4349-912A2041E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A0A1632-24F5-B8EB-62C6-27307FD96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2210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2B4BD8-CA4A-D4F7-FAA8-9299A659C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7D34AC2-ECA9-C4EA-A3E2-CE0E719060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4FB050B-F1E4-C4FC-F00F-0C55F39F3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E987C8-6BBA-9389-E921-42B02E990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CCB376-CEA8-B08E-84FD-4591B9904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0BB1F-DA46-D01F-5539-72EFEA760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4536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C6C55-3CF3-01B4-2863-1BC51EF1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42B7E4-3335-D3B7-C3DA-76D0580C63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EEB544-61A5-7306-1E1B-15EF9485B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359957-0800-9C8A-2D6C-CD316F096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B4313B-FFE5-5B8D-912F-E742B508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430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52E1ED4-04D0-FD77-3993-48C5130DB5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232A8B-170A-6F97-93B7-EC69DF378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88F96F-A3B7-A1D4-743B-DF5CF066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04F26F-AB58-2455-FA50-96D7368B9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BB8550-2991-D4D9-FFD2-2A6FFDF2A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20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AD970C9-8C91-610D-6DF5-5A183FC69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8B5BE3-3C3C-33A3-9018-54F55D1C9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C15050-76DB-2BE6-DD0C-BF72CCB5FE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060AA-3801-45AD-AD9D-ABE64BFA33C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C75499-E42E-B9D9-388E-797FC47F7D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B4026F-AF0A-F3D8-EDD2-247B252A3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495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image" Target="../media/image37.png"/><Relationship Id="rId18" Type="http://schemas.openxmlformats.org/officeDocument/2006/relationships/customXml" Target="../ink/ink10.xml"/><Relationship Id="rId3" Type="http://schemas.openxmlformats.org/officeDocument/2006/relationships/image" Target="../media/image320.png"/><Relationship Id="rId7" Type="http://schemas.openxmlformats.org/officeDocument/2006/relationships/image" Target="../media/image340.png"/><Relationship Id="rId12" Type="http://schemas.openxmlformats.org/officeDocument/2006/relationships/customXml" Target="../ink/ink7.xml"/><Relationship Id="rId17" Type="http://schemas.openxmlformats.org/officeDocument/2006/relationships/image" Target="../media/image39.png"/><Relationship Id="rId2" Type="http://schemas.openxmlformats.org/officeDocument/2006/relationships/customXml" Target="../ink/ink2.xml"/><Relationship Id="rId16" Type="http://schemas.openxmlformats.org/officeDocument/2006/relationships/customXml" Target="../ink/ink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.xml"/><Relationship Id="rId11" Type="http://schemas.openxmlformats.org/officeDocument/2006/relationships/image" Target="../media/image360.png"/><Relationship Id="rId5" Type="http://schemas.openxmlformats.org/officeDocument/2006/relationships/image" Target="../media/image330.png"/><Relationship Id="rId15" Type="http://schemas.openxmlformats.org/officeDocument/2006/relationships/image" Target="../media/image38.png"/><Relationship Id="rId10" Type="http://schemas.openxmlformats.org/officeDocument/2006/relationships/customXml" Target="../ink/ink6.xml"/><Relationship Id="rId19" Type="http://schemas.openxmlformats.org/officeDocument/2006/relationships/image" Target="../media/image40.png"/><Relationship Id="rId4" Type="http://schemas.openxmlformats.org/officeDocument/2006/relationships/customXml" Target="../ink/ink3.xml"/><Relationship Id="rId9" Type="http://schemas.openxmlformats.org/officeDocument/2006/relationships/image" Target="../media/image350.png"/><Relationship Id="rId14" Type="http://schemas.openxmlformats.org/officeDocument/2006/relationships/customXml" Target="../ink/ink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BBE59E70-300C-43D6-AC98-6CFC8EBEF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363" y="985496"/>
            <a:ext cx="7335274" cy="488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91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E5BE6C2-6C77-5673-5AE8-EE21A4D96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225" y="828675"/>
            <a:ext cx="6305550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6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CCE2BAB-AAAF-CECF-B4C8-256C5DB71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74" y="933060"/>
            <a:ext cx="6410325" cy="538162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2CD244C-428B-46AE-AA6F-AA946E400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774" y="171432"/>
            <a:ext cx="49936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 </a:t>
            </a:r>
            <a:r>
              <a:rPr kumimoji="0" lang="ko-K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는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문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자열 안에 변수/표현식을 넣기 위한 표시</a:t>
            </a:r>
            <a:endParaRPr kumimoji="0" lang="en-US" altLang="ko-K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f </a:t>
            </a:r>
            <a:r>
              <a:rPr lang="ko-KR" altLang="en-US" dirty="0">
                <a:latin typeface="Arial" panose="020B0604020202020204" pitchFamily="34" charset="0"/>
              </a:rPr>
              <a:t>는 </a:t>
            </a:r>
            <a:r>
              <a:rPr lang="en-US" altLang="ko-KR" dirty="0">
                <a:latin typeface="Arial" panose="020B0604020202020204" pitchFamily="34" charset="0"/>
              </a:rPr>
              <a:t>f-string (formatted string literal)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8B6FFC-DCA3-4115-832C-6B2C8DDFE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35" y="933060"/>
            <a:ext cx="3937885" cy="504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996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CF7480B-8839-46B1-ADD0-7460F9C3E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244" y="628936"/>
            <a:ext cx="4056802" cy="523172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C798C5A-3EA7-4E88-A201-58D3A96C4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633" y="628936"/>
            <a:ext cx="3937885" cy="504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402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1D163C7-60C3-8F2B-78B0-A1AB5D100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1357312"/>
            <a:ext cx="6648450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42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678FC8F-D5C7-42DF-95C5-FA92FF7E0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072" y="782061"/>
            <a:ext cx="5199602" cy="282867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5461BA12-F08E-4704-AC4F-8DA460F00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328" y="829389"/>
            <a:ext cx="4694900" cy="524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571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8CC75B0-B20F-AB0E-3D2C-E72B529AD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725" y="885825"/>
            <a:ext cx="5924550" cy="508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56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8CF9574-12B5-7202-3A76-9B34F9BD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50" y="971550"/>
            <a:ext cx="727710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9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04EF081-5CEC-B399-7813-9A81F511B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852487"/>
            <a:ext cx="6134100" cy="51530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14E345C-44A6-B553-4F19-B95788FF2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1987"/>
            <a:ext cx="6086475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535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3E0D3FE-4E7D-51B5-8C4E-B6B1F9891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92" y="1118016"/>
            <a:ext cx="5238750" cy="3962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BF04B55-004D-4805-A928-04A51D140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9399" y="1118016"/>
            <a:ext cx="6154009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1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EAE5332-AC1B-4155-BAAE-62780BB9B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3" y="1415858"/>
            <a:ext cx="5249008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65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CB61F1E-A755-483E-BB1D-D81BA05DB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989" y="480601"/>
            <a:ext cx="4448796" cy="589679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29433DD6-6D85-43CB-9799-F85716AD6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84" y="1771418"/>
            <a:ext cx="503942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37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D93A0AD-D2C5-4C78-9526-3C13659E4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81" y="752378"/>
            <a:ext cx="6449325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50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E279ED2-16A9-4AFC-A617-BDED1F0BD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442" y="1147444"/>
            <a:ext cx="6735115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161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F71CB1-5960-4AD9-B379-25CB6B3B7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7678" y="4765437"/>
            <a:ext cx="432362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% 2</a:t>
            </a:r>
            <a:r>
              <a:rPr kumimoji="0" lang="ko-KR" altLang="ko-KR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결과가 1이면 홀수, 0이면 짝수 </a:t>
            </a:r>
            <a:endParaRPr kumimoji="0" lang="ko-KR" altLang="ko-KR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C4A6434-B328-41CA-9ED9-DB5942FDD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5550" y="2714525"/>
            <a:ext cx="3400900" cy="1428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876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F1096FD-362F-4E59-8E51-07BFD9064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521" y="1404655"/>
            <a:ext cx="7220958" cy="404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526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7E30532-44D7-57BA-A06F-F92919274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562" y="1485900"/>
            <a:ext cx="5476875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2340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F7D89C5-C87C-190B-A07B-4D2A2F0CE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050" y="833437"/>
            <a:ext cx="605790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107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잉크 1">
                <a:extLst>
                  <a:ext uri="{FF2B5EF4-FFF2-40B4-BE49-F238E27FC236}">
                    <a16:creationId xmlns:a16="http://schemas.microsoft.com/office/drawing/2014/main" id="{1DE45E18-B6C7-AFA6-D84E-DE750FA43D37}"/>
                  </a:ext>
                </a:extLst>
              </p14:cNvPr>
              <p14:cNvContentPartPr/>
              <p14:nvPr/>
            </p14:nvContentPartPr>
            <p14:xfrm>
              <a:off x="1807097" y="1719051"/>
              <a:ext cx="2607480" cy="2976480"/>
            </p14:xfrm>
          </p:contentPart>
        </mc:Choice>
        <mc:Fallback xmlns="">
          <p:pic>
            <p:nvPicPr>
              <p:cNvPr id="2" name="잉크 1">
                <a:extLst>
                  <a:ext uri="{FF2B5EF4-FFF2-40B4-BE49-F238E27FC236}">
                    <a16:creationId xmlns:a16="http://schemas.microsoft.com/office/drawing/2014/main" id="{1DE45E18-B6C7-AFA6-D84E-DE750FA43D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00977" y="1712931"/>
                <a:ext cx="2619720" cy="2988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85870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0A57725-B9FC-0B8C-BAA2-D6F7D2981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262" y="1476375"/>
            <a:ext cx="6467475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7606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72C8BE5-A674-FC7C-93B9-612D29933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20" y="1062037"/>
            <a:ext cx="5248275" cy="47339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81A104-E2C3-837B-A02F-9D6EC376B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62037"/>
            <a:ext cx="5153025" cy="405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834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5582293-D0C6-89B3-A2A5-7F64528B3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72" y="873579"/>
            <a:ext cx="5295900" cy="46863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78ACE2F-1487-6BD4-6192-3D6E025C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172" y="873579"/>
            <a:ext cx="5905500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62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53785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95417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091A294-A7FA-C11A-3AA7-E84F9D541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123950"/>
            <a:ext cx="7467600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0073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22B99A1-04D2-7ADF-98FE-CF7216AB4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562" y="990600"/>
            <a:ext cx="7000875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1256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B2752E3-431D-74D0-9B3B-5B692868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062" y="828675"/>
            <a:ext cx="661987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577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F07927-45B8-4E70-9B39-5562BE7FB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725" y="1090612"/>
            <a:ext cx="5924550" cy="467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608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76B9057-EEC8-0B57-BA02-37BF17E3D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175" y="990600"/>
            <a:ext cx="710565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9893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62B99F0-A5A1-1AE6-FA56-7AE59E48A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1000125"/>
            <a:ext cx="680085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065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DF74AC7-B380-84F9-44AA-8D31FDE49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262" y="852487"/>
            <a:ext cx="7229475" cy="515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00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5706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0AE9BBBB-8385-F969-BF13-BF84B7042698}"/>
              </a:ext>
            </a:extLst>
          </p:cNvPr>
          <p:cNvGrpSpPr/>
          <p:nvPr/>
        </p:nvGrpSpPr>
        <p:grpSpPr>
          <a:xfrm>
            <a:off x="1291937" y="1108851"/>
            <a:ext cx="9290160" cy="2640240"/>
            <a:chOff x="1291937" y="1108851"/>
            <a:chExt cx="9290160" cy="264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잉크 2">
                  <a:extLst>
                    <a:ext uri="{FF2B5EF4-FFF2-40B4-BE49-F238E27FC236}">
                      <a16:creationId xmlns:a16="http://schemas.microsoft.com/office/drawing/2014/main" id="{8736A125-3799-F82F-A2D5-3D894FFA6F0B}"/>
                    </a:ext>
                  </a:extLst>
                </p14:cNvPr>
                <p14:cNvContentPartPr/>
                <p14:nvPr/>
              </p14:nvContentPartPr>
              <p14:xfrm>
                <a:off x="1291937" y="1108851"/>
                <a:ext cx="2638800" cy="2640240"/>
              </p14:xfrm>
            </p:contentPart>
          </mc:Choice>
          <mc:Fallback xmlns="">
            <p:pic>
              <p:nvPicPr>
                <p:cNvPr id="3" name="잉크 2">
                  <a:extLst>
                    <a:ext uri="{FF2B5EF4-FFF2-40B4-BE49-F238E27FC236}">
                      <a16:creationId xmlns:a16="http://schemas.microsoft.com/office/drawing/2014/main" id="{8736A125-3799-F82F-A2D5-3D894FFA6F0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85817" y="1102731"/>
                  <a:ext cx="2651040" cy="265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잉크 3">
                  <a:extLst>
                    <a:ext uri="{FF2B5EF4-FFF2-40B4-BE49-F238E27FC236}">
                      <a16:creationId xmlns:a16="http://schemas.microsoft.com/office/drawing/2014/main" id="{DC953EFE-B106-15FF-70A0-24FDFEF4F1F6}"/>
                    </a:ext>
                  </a:extLst>
                </p14:cNvPr>
                <p14:cNvContentPartPr/>
                <p14:nvPr/>
              </p14:nvContentPartPr>
              <p14:xfrm>
                <a:off x="5600057" y="1724451"/>
                <a:ext cx="906840" cy="1157400"/>
              </p14:xfrm>
            </p:contentPart>
          </mc:Choice>
          <mc:Fallback xmlns="">
            <p:pic>
              <p:nvPicPr>
                <p:cNvPr id="4" name="잉크 3">
                  <a:extLst>
                    <a:ext uri="{FF2B5EF4-FFF2-40B4-BE49-F238E27FC236}">
                      <a16:creationId xmlns:a16="http://schemas.microsoft.com/office/drawing/2014/main" id="{DC953EFE-B106-15FF-70A0-24FDFEF4F1F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593937" y="1718331"/>
                  <a:ext cx="919080" cy="11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잉크 4">
                  <a:extLst>
                    <a:ext uri="{FF2B5EF4-FFF2-40B4-BE49-F238E27FC236}">
                      <a16:creationId xmlns:a16="http://schemas.microsoft.com/office/drawing/2014/main" id="{745B7714-4277-1632-7C80-FFFF159E8F0A}"/>
                    </a:ext>
                  </a:extLst>
                </p14:cNvPr>
                <p14:cNvContentPartPr/>
                <p14:nvPr/>
              </p14:nvContentPartPr>
              <p14:xfrm>
                <a:off x="6171377" y="2335731"/>
                <a:ext cx="757440" cy="162000"/>
              </p14:xfrm>
            </p:contentPart>
          </mc:Choice>
          <mc:Fallback xmlns="">
            <p:pic>
              <p:nvPicPr>
                <p:cNvPr id="5" name="잉크 4">
                  <a:extLst>
                    <a:ext uri="{FF2B5EF4-FFF2-40B4-BE49-F238E27FC236}">
                      <a16:creationId xmlns:a16="http://schemas.microsoft.com/office/drawing/2014/main" id="{745B7714-4277-1632-7C80-FFFF159E8F0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65257" y="2329611"/>
                  <a:ext cx="7696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C7D12407-7BC0-27F6-AA6D-247463BF24F8}"/>
                    </a:ext>
                  </a:extLst>
                </p14:cNvPr>
                <p14:cNvContentPartPr/>
                <p14:nvPr/>
              </p14:nvContentPartPr>
              <p14:xfrm>
                <a:off x="5894177" y="3116211"/>
                <a:ext cx="1332720" cy="529560"/>
              </p14:xfrm>
            </p:contentPart>
          </mc:Choice>
          <mc:Fallback xmlns=""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C7D12407-7BC0-27F6-AA6D-247463BF24F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88057" y="3110091"/>
                  <a:ext cx="134496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5FA6D897-A688-A225-CD0E-4248031150B3}"/>
                    </a:ext>
                  </a:extLst>
                </p14:cNvPr>
                <p14:cNvContentPartPr/>
                <p14:nvPr/>
              </p14:nvContentPartPr>
              <p14:xfrm>
                <a:off x="5829017" y="2875011"/>
                <a:ext cx="1041840" cy="178200"/>
              </p14:xfrm>
            </p:contentPart>
          </mc:Choice>
          <mc:Fallback xmlns=""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5FA6D897-A688-A225-CD0E-4248031150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22897" y="2868891"/>
                  <a:ext cx="10540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2199A884-5C5D-CB5B-7C24-9923C783A7AD}"/>
                    </a:ext>
                  </a:extLst>
                </p14:cNvPr>
                <p14:cNvContentPartPr/>
                <p14:nvPr/>
              </p14:nvContentPartPr>
              <p14:xfrm>
                <a:off x="7254977" y="2007051"/>
                <a:ext cx="1618920" cy="1202400"/>
              </p14:xfrm>
            </p:contentPart>
          </mc:Choice>
          <mc:Fallback xmlns=""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2199A884-5C5D-CB5B-7C24-9923C783A7A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48857" y="2000931"/>
                  <a:ext cx="1631160" cy="12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79DE26ED-DD48-4A79-BFCE-28101EB38771}"/>
                    </a:ext>
                  </a:extLst>
                </p14:cNvPr>
                <p14:cNvContentPartPr/>
                <p14:nvPr/>
              </p14:nvContentPartPr>
              <p14:xfrm>
                <a:off x="7412657" y="2049171"/>
                <a:ext cx="407880" cy="89640"/>
              </p14:xfrm>
            </p:contentPart>
          </mc:Choice>
          <mc:Fallback xmlns=""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79DE26ED-DD48-4A79-BFCE-28101EB3877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06537" y="2043051"/>
                  <a:ext cx="4201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9F5A7807-4916-6AA0-2A52-4B9BBC468B0D}"/>
                    </a:ext>
                  </a:extLst>
                </p14:cNvPr>
                <p14:cNvContentPartPr/>
                <p14:nvPr/>
              </p14:nvContentPartPr>
              <p14:xfrm>
                <a:off x="9539537" y="2057091"/>
                <a:ext cx="176040" cy="821880"/>
              </p14:xfrm>
            </p:contentPart>
          </mc:Choice>
          <mc:Fallback xmlns=""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9F5A7807-4916-6AA0-2A52-4B9BBC468B0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533417" y="2050971"/>
                  <a:ext cx="188280" cy="83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E8397041-FC7F-E9B3-4C69-B5DF81177AE0}"/>
                    </a:ext>
                  </a:extLst>
                </p14:cNvPr>
                <p14:cNvContentPartPr/>
                <p14:nvPr/>
              </p14:nvContentPartPr>
              <p14:xfrm>
                <a:off x="9159377" y="2187771"/>
                <a:ext cx="1422720" cy="1011240"/>
              </p14:xfrm>
            </p:contentPart>
          </mc:Choice>
          <mc:Fallback xmlns=""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E8397041-FC7F-E9B3-4C69-B5DF81177A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153257" y="2181651"/>
                  <a:ext cx="1434960" cy="1023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340850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BC62E7C-9917-0DDB-9570-69CA20B21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587829"/>
            <a:ext cx="6705600" cy="49053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A3677AB7-88C6-B8D0-8CCD-BF1E04ED7537}"/>
                  </a:ext>
                </a:extLst>
              </p14:cNvPr>
              <p14:cNvContentPartPr/>
              <p14:nvPr/>
            </p14:nvContentPartPr>
            <p14:xfrm>
              <a:off x="4342937" y="-130989"/>
              <a:ext cx="360" cy="360"/>
            </p14:xfrm>
          </p:contentPart>
        </mc:Choice>
        <mc:Fallback xmlns=""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A3677AB7-88C6-B8D0-8CCD-BF1E04ED753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36817" y="-137109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55354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6BDD23F-4BE7-C196-104D-574270AD1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087" y="1395412"/>
            <a:ext cx="6981825" cy="406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9663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08301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9002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6668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7484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987</TotalTime>
  <Words>30</Words>
  <Application>Microsoft Office PowerPoint</Application>
  <PresentationFormat>와이드스크린</PresentationFormat>
  <Paragraphs>3</Paragraphs>
  <Slides>39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3" baseType="lpstr">
      <vt:lpstr>Arial Unicode MS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TJ</dc:creator>
  <cp:lastModifiedBy>TJ</cp:lastModifiedBy>
  <cp:revision>15</cp:revision>
  <dcterms:created xsi:type="dcterms:W3CDTF">2026-03-22T00:59:19Z</dcterms:created>
  <dcterms:modified xsi:type="dcterms:W3CDTF">2026-04-05T04:38:10Z</dcterms:modified>
</cp:coreProperties>
</file>